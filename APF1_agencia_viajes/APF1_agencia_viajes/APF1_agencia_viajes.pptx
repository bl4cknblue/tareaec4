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7/09/2026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799023399"/>
              </p:ext>
            </p:extLst>
          </p:nvPr>
        </p:nvGraphicFramePr>
        <p:xfrm>
          <a:off x="498835" y="2118339"/>
          <a:ext cx="11232490" cy="377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976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569013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de la Cruz Caldas, Alexiss David's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714637">
                <a:tc>
                  <a:txBody>
                    <a:bodyPr/>
                    <a:lstStyle/>
                    <a:p>
                      <a:pPr lvl="0"/>
                      <a:r>
                        <a:rPr lang="es-PE" sz="1600" dirty="0" err="1"/>
                        <a:t>Anapan</a:t>
                      </a:r>
                      <a:r>
                        <a:rPr lang="es-PE" sz="1600" dirty="0"/>
                        <a:t> Goycochea, </a:t>
                      </a:r>
                      <a:r>
                        <a:rPr lang="es-PE" sz="1600" dirty="0" err="1"/>
                        <a:t>Sebastian</a:t>
                      </a:r>
                      <a:r>
                        <a:rPr lang="es-PE" sz="1600" dirty="0"/>
                        <a:t> Martin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rgbClr val="FF0000"/>
                          </a:solidFill>
                        </a:rPr>
                        <a:t>50%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600" dirty="0"/>
                        <a:t>Realizó parte de la actividad asignada, aunque presentó un avance reducido.</a:t>
                      </a:r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 Sandoval Pineda, Gianluca Giancarlo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  <a:tr h="704449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Muñoz </a:t>
                      </a:r>
                      <a:r>
                        <a:rPr lang="es-PE" sz="1600" dirty="0" err="1"/>
                        <a:t>Cconochuillca</a:t>
                      </a:r>
                      <a:r>
                        <a:rPr lang="es-PE" sz="1600" dirty="0"/>
                        <a:t>, Juan Abel 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rgbClr val="FF0000"/>
                          </a:solidFill>
                        </a:rPr>
                        <a:t>50%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600" dirty="0"/>
                        <a:t>Realizó parte de la actividad asignada, aunque presentó un avance reducido.</a:t>
                      </a:r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18696241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Hancco Machaca, Sergio Fabian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SI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75158255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301711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23553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Agencia de viajes “Viaja Perú”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ES" dirty="0"/>
                        <a:t>https://preview.themeforest.net/item/tour-travel-agency-altair-theme/full_screen_preview/9318575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 fontScale="90000"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</a:t>
            </a:r>
            <a:r>
              <a:rPr lang="es-ES" sz="3300">
                <a:solidFill>
                  <a:schemeClr val="tx2"/>
                </a:solidFill>
              </a:rPr>
              <a:t>actividad del Avance </a:t>
            </a:r>
            <a:r>
              <a:rPr lang="es-ES" sz="3300" dirty="0">
                <a:solidFill>
                  <a:schemeClr val="tx2"/>
                </a:solidFill>
              </a:rPr>
              <a:t>de Proyecto Final.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204</Words>
  <Application>Microsoft Office PowerPoint</Application>
  <PresentationFormat>Panorámica</PresentationFormat>
  <Paragraphs>30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del Avance de Proyecto Final.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Alexiss 140484</cp:lastModifiedBy>
  <cp:revision>21</cp:revision>
  <dcterms:created xsi:type="dcterms:W3CDTF">2022-09-09T21:19:54Z</dcterms:created>
  <dcterms:modified xsi:type="dcterms:W3CDTF">2026-09-08T03:14:48Z</dcterms:modified>
</cp:coreProperties>
</file>